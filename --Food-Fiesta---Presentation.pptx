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47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FIESTA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718304" y="3977640"/>
            <a:ext cx="27432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620" y="4795463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Avula Siddartha (2411CS030034)</a:t>
            </a:r>
          </a:p>
          <a:p>
            <a:r>
              <a:rPr lang="en-US" sz="13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Brahmadeavara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Vignesh (2411CS030068)</a:t>
            </a:r>
          </a:p>
          <a:p>
            <a:r>
              <a:rPr lang="en-US" sz="13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Bujangari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Jashwanth (2411CS030072)</a:t>
            </a:r>
          </a:p>
          <a:p>
            <a:r>
              <a:rPr lang="en-US" sz="13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CH.Nanda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(2411CS030080)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58368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583680" cy="502920"/>
          </a:xfrm>
          <a:prstGeom prst="rect">
            <a:avLst/>
          </a:prstGeom>
          <a:noFill/>
          <a:ln/>
        </p:spPr>
        <p:txBody>
          <a:bodyPr wrap="square" lIns="164592" tIns="164592" rIns="164592" bIns="164592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Food Fiesta?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Fiesta is a food ordering and delivery website. It's one application, but with four different logins depending on who you are.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5875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86207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restaurants, order food &amp; track delivery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9272" y="2148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3F2FD"/>
          </a:solidFill>
          <a:ln w="15875">
            <a:solidFill>
              <a:srgbClr val="90CA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233172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02152" y="286207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their menu &amp; incoming 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2148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3E0"/>
          </a:solidFill>
          <a:ln w="15875">
            <a:solidFill>
              <a:srgbClr val="F0C0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233172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Riders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64224" y="286207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and deliver orders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43416" y="2148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DE7F6"/>
          </a:solidFill>
          <a:ln w="15875">
            <a:solidFill>
              <a:srgbClr val="CE93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6296" y="233172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9226296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226296" y="286207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whole platform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it covers: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7F5F0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43484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07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7823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87752" y="4873752"/>
            <a:ext cx="265176" cy="146304"/>
          </a:xfrm>
          <a:prstGeom prst="rightArrow">
            <a:avLst/>
          </a:prstGeom>
          <a:solidFill>
            <a:srgbClr val="8B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2880360" y="443484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4507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80360" y="47823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4873752"/>
            <a:ext cx="265176" cy="146304"/>
          </a:xfrm>
          <a:prstGeom prst="rightArrow">
            <a:avLst/>
          </a:pr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120640" y="443484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507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0" y="47823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It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68312" y="4873752"/>
            <a:ext cx="265176" cy="146304"/>
          </a:xfrm>
          <a:prstGeom prst="rightArrow">
            <a:avLst/>
          </a:prstGeom>
          <a:solidFill>
            <a:srgbClr val="8B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7360920" y="443484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60920" y="4507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60920" y="47823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08592" y="4873752"/>
            <a:ext cx="265176" cy="146304"/>
          </a:xfrm>
          <a:prstGeom prst="rightArrow">
            <a:avLst/>
          </a:prstGeom>
          <a:solidFill>
            <a:srgbClr val="8B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9601200" y="443484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0" y="4507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01200" y="47823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Fiesta — Food Delivery Platform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58368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583680" cy="502920"/>
          </a:xfrm>
          <a:prstGeom prst="rect">
            <a:avLst/>
          </a:prstGeom>
          <a:noFill/>
          <a:ln/>
        </p:spPr>
        <p:txBody>
          <a:bodyPr wrap="square" lIns="164592" tIns="164592" rIns="164592" bIns="164592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 of ordering food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DF2F2"/>
          </a:solidFill>
          <a:ln w="12700">
            <a:solidFill>
              <a:srgbClr val="F0D0D0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700784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700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82496"/>
            <a:ext cx="2834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Orders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call the restaurant directly — no digital record is kept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DF2F2"/>
          </a:solidFill>
          <a:ln w="12700">
            <a:solidFill>
              <a:srgbClr val="F0D0D0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8264" y="1700784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398264" y="1700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82496"/>
            <a:ext cx="2834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tell delivery staff verbally or over WhatsApp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DF2F2"/>
          </a:solidFill>
          <a:ln w="12700">
            <a:solidFill>
              <a:srgbClr val="F0D0D0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1700784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193024" y="1700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0" y="1682496"/>
            <a:ext cx="2834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Tracking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no way to know if their food is being prepared or on the way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DF2F2"/>
          </a:solidFill>
          <a:ln w="12700">
            <a:solidFill>
              <a:srgbClr val="F0D0D0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" y="3255264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236976"/>
            <a:ext cx="2834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View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place to see all orders, restaurants, or complaints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51960" y="31089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DF2F2"/>
          </a:solidFill>
          <a:ln w="12700">
            <a:solidFill>
              <a:srgbClr val="F0D0D0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98264" y="3255264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398264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236976"/>
            <a:ext cx="2834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Discounts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and coupons are tracked by hand, so mistakes happen easily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31089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DF2F2"/>
          </a:solidFill>
          <a:ln w="12700">
            <a:solidFill>
              <a:srgbClr val="F0D0D0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93024" y="3255264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0" y="3236976"/>
            <a:ext cx="28346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or Delayed Orders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written down properly, so orders get mixed up or missed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2B2B2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managing multiple restaurants and riders this way becomes very hard to scale.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Fiesta — Food Delivery Platform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583680" cy="50292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583680" cy="502920"/>
          </a:xfrm>
          <a:prstGeom prst="rect">
            <a:avLst/>
          </a:prstGeom>
          <a:noFill/>
          <a:ln/>
        </p:spPr>
        <p:txBody>
          <a:bodyPr wrap="square" lIns="164592" tIns="164592" rIns="164592" bIns="164592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Food Fiesta solves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FF7EF"/>
          </a:solidFill>
          <a:ln w="12700">
            <a:solidFill>
              <a:srgbClr val="C9E4C9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700784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700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82496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One System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restaurant, rider &amp; admin all use the same system — just different logins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FF7EF"/>
          </a:solidFill>
          <a:ln w="12700">
            <a:solidFill>
              <a:srgbClr val="C9E4C9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9944" y="1700784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1700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682496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Order Tracking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→ Preparing → Ready → Picked Up → On the Way → Delivered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FF7EF"/>
          </a:solidFill>
          <a:ln w="12700">
            <a:solidFill>
              <a:srgbClr val="C9E4C9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" y="2816352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816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798064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Updates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real-time updates instead of calling to ask “where's my food?”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70048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FF7EF"/>
          </a:solidFill>
          <a:ln w="12700">
            <a:solidFill>
              <a:srgbClr val="C9E4C9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9944" y="2816352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9944" y="2816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2798064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Dashboard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see and manage all their incoming orders in one place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85616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FF7EF"/>
          </a:solidFill>
          <a:ln w="12700">
            <a:solidFill>
              <a:srgbClr val="C9E4C9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" y="393192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913632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Pool for Riders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see a list of available orders and accept deliveries themselves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785616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FF7EF"/>
          </a:solidFill>
          <a:ln w="12700">
            <a:solidFill>
              <a:srgbClr val="C9E4C9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9944" y="393192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9944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3913632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Center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restaurants, manage coupons, and handle complaints centrally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901184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FF7EF"/>
          </a:solidFill>
          <a:ln w="12700">
            <a:solidFill>
              <a:srgbClr val="C9E4C9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" y="5047488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" y="5047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502920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Coupons &amp; Reviews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and ratings are handled automatically, not tracked by hand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4901184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FF7EF"/>
          </a:solidFill>
          <a:ln w="12700">
            <a:solidFill>
              <a:srgbClr val="C9E4C9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9944" y="5047488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6409944" y="5047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502920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Grow
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demo setup today — built so a real database &amp; stronger security can be added later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Fiesta — Food Delivery Platform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d2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3708"/>
            <a:ext cx="12188952" cy="68580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54760641-7E85-FE78-E722-474BC5BF9128}"/>
              </a:ext>
            </a:extLst>
          </p:cNvPr>
          <p:cNvSpPr/>
          <p:nvPr/>
        </p:nvSpPr>
        <p:spPr>
          <a:xfrm>
            <a:off x="169524" y="262248"/>
            <a:ext cx="6583680" cy="50292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System Architecture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d2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33737" cy="6770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8DF7D-13E4-B0FC-4237-38DF4EBA6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386" y="837343"/>
            <a:ext cx="5829300" cy="5789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5B49B1-DD14-229A-8B8D-6F1D8E03C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66927"/>
            <a:ext cx="5829300" cy="5759904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2E932BA9-BF4C-A7F9-EAC2-7D14E2542E53}"/>
              </a:ext>
            </a:extLst>
          </p:cNvPr>
          <p:cNvSpPr/>
          <p:nvPr/>
        </p:nvSpPr>
        <p:spPr>
          <a:xfrm>
            <a:off x="128427" y="114300"/>
            <a:ext cx="6583680" cy="50292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r>
              <a:rPr lang="en-US" sz="2800" dirty="0" err="1">
                <a:solidFill>
                  <a:schemeClr val="bg1"/>
                </a:solidFill>
              </a:rPr>
              <a:t>ScreenShots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406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Fiesta brings the entire food ordering process — from browsing to delivery — onto one simple, connected platform.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phone calls and manual coordination with a single digital system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254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25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779776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customers real-time visibility into their order, every step of the way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02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45643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restaurants and riders their own easy-to-use dashboards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788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78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133088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admins full control and oversight of the platform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554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809744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clean, layered architecture (React frontend + Spring Boot backend) that's easy to extend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32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48640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working demo today — with a clear path to a production-ready system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525</Words>
  <Application>Microsoft Office PowerPoint</Application>
  <PresentationFormat>Widescreen</PresentationFormat>
  <Paragraphs>110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Vignesh Brahmadevara</cp:lastModifiedBy>
  <cp:revision>4</cp:revision>
  <dcterms:created xsi:type="dcterms:W3CDTF">2026-07-17T05:25:34Z</dcterms:created>
  <dcterms:modified xsi:type="dcterms:W3CDTF">2026-07-17T06:03:51Z</dcterms:modified>
</cp:coreProperties>
</file>